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Murshid Sir and classmates. Today I am presenting Spotify Stream Metrics. The goal is to bridge the gap between creative music studio production and commercial streaming reality using domain feature engineering and production MLOps.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core problem: streaming success follows an extreme power-law. A few mega-hits accumulate billions of streams while most get millions. By modeling log-streams, we prevent mega-hits from distorting linear model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emphasized in our lectures, raw features perform poorly without domain engineering. We engineered four key features: track age, cyclical seasonality, log playlist reach, and party synergy. We chose Ridge Regression because Spotify and Apple playlists correlate strongly, and Ridge eliminates coefficient explosion.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system follows professional MLOps best practices: a decoupled architecture where Streamlit calls FastAPI over HTTP. We tracked our experiments in MLflow, versioned the pipeline with DVC, wrote 8 unit tests in pytest, and containerized the entire stack with Docker and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our live demo, we can randomly sample any of the 952 tracks from the dataset to verify our predictions against real Spotify stream counts. Producers can also fine-tune sliders to run what-if simulations before spending marketing capital.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B954"/>
                </a:solidFill>
              </a:defRPr>
            </a:pPr>
            <a:r>
              <a:t>Spotify Stream Metrics</a:t>
            </a:r>
          </a:p>
          <a:p>
            <a:pPr>
              <a:defRPr sz="1600">
                <a:solidFill>
                  <a:srgbClr val="B3B3B3"/>
                </a:solidFill>
              </a:defRPr>
            </a:pPr>
            <a:r>
              <a:t>End-to-End MLOps System for Commercial Music Stream Forecasting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Presenter: Sakshi Kore | Feature Engineering &amp; MLOps Mini-Project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solidFill>
            <a:srgbClr val="222222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Objective: Forecast lifetime Spotify streams &amp; commercial hit potential from acoustic traits and early playlist reach.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Target Variable: Continuous streaming count spanning 1 Million to 3.7+ Billion streams across 952 tracks.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Production Architecture: Decoupled FastAPI backend + Streamlit dashboard with full Docker &amp; GitHub Actions CI/CD.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Core Achievement: 61% of streaming variance explained using regularized Ridge Regression without data leakage.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B954"/>
                </a:solidFill>
              </a:defRPr>
            </a:pPr>
            <a:r>
              <a:t>The Business Problem &amp; Spotify Dataset</a:t>
            </a:r>
          </a:p>
          <a:p>
            <a:pPr>
              <a:defRPr sz="1600">
                <a:solidFill>
                  <a:srgbClr val="B3B3B3"/>
                </a:solidFill>
              </a:defRPr>
            </a:pPr>
            <a:r>
              <a:t>Why music streaming prediction matters &amp; how the data is structured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solidFill>
            <a:srgbClr val="222222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Industry Challenge: Record labels and indie musicians spend millions on production and marketing based on gut feeling.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The Dataset: 952 tracks from Spotify 2023 with audio traits (BPM, danceability, energy, acousticness) and platform reach.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Severe Target Skew: Streams range from 1,000,000 to 3,700,000,000 (heavy power-law distribution).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Solution: Transform target using log(1 + y) to stabilize variance and allow linear models to generalize across all tiers.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B954"/>
                </a:solidFill>
              </a:defRPr>
            </a:pPr>
            <a:r>
              <a:t>Feature Engineering &amp; Model Selection</a:t>
            </a:r>
          </a:p>
          <a:p>
            <a:pPr>
              <a:defRPr sz="1600">
                <a:solidFill>
                  <a:srgbClr val="B3B3B3"/>
                </a:solidFill>
              </a:defRPr>
            </a:pPr>
            <a:r>
              <a:t>Turning raw acoustic properties into high-signal commercial predictors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solidFill>
            <a:srgbClr val="222222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Track Age Feature: Calculates exposure duration in years (2023 - released_year) to normalize release vintage.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Cyclical Seasonality: Sine and Cosine encoding of release month to preserve circular winter/summer music patterns.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Log Playlist Reach: log(1 + playlists) across Spotify, Apple Music, and Deezer to manage exponential promotion reach.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Party Synergy Interaction: (Danceability * Energy) / 100 capturing high-intensity dancefloor appeal.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Model Selection (Ridge over Linear): L2 regularization (alpha=10.0) penalizes collinear playlist weights (R2 = 0.6067).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B954"/>
                </a:solidFill>
              </a:defRPr>
            </a:pPr>
            <a:r>
              <a:t>Production Architecture &amp; MLOps Pipeline</a:t>
            </a:r>
          </a:p>
          <a:p>
            <a:pPr>
              <a:defRPr sz="1600">
                <a:solidFill>
                  <a:srgbClr val="B3B3B3"/>
                </a:solidFill>
              </a:defRPr>
            </a:pPr>
            <a:r>
              <a:t>How the system is built, tested, and automated like a real software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solidFill>
            <a:srgbClr val="222222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Frontend UI (Streamlit): Dark-mode dashboard on port 8501 with instant random song sampling &amp; custom what-if simulation.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Backend API (FastAPI): REST microservice on port 8000 with Pydantic schema validation &amp; zero-downtime local fallback.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Experiment Tracking (MLflow): Logged runs comparing Baseline Linear (R2=0.6019) vs Ridge Pipeline (R2=0.6067).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Data &amp; Pipeline Versioning (DVC): dvc.yaml tracking data ingestion, feature transformation, and model serialization DAG.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CI/CD &amp; Containerization: Multi-service Dockerfile automated via GitHub Actions running 8 unit tests on every push.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B954"/>
                </a:solidFill>
              </a:defRPr>
            </a:pPr>
            <a:r>
              <a:t>Live Demo &amp; Business Validation</a:t>
            </a:r>
          </a:p>
          <a:p>
            <a:pPr>
              <a:defRPr sz="1600">
                <a:solidFill>
                  <a:srgbClr val="B3B3B3"/>
                </a:solidFill>
              </a:defRPr>
            </a:pPr>
            <a:r>
              <a:t>Interactive ground-truth validation and producer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solidFill>
            <a:srgbClr val="222222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Ground-Truth Validation: Pick random tracks from the 952-song dataset to compare actual vs predicted streams live.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Case Study (Taylor Swift - Cruel Summer): 800M actual Spotify streams vs 824M model forecast (accurate within 3%).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Producer What-If Simulation: Adjusting playlist additions or danceability simulates expected commercial streaming lift.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Commercial Hit Classification: Automatically categorizes songs into 5 hit tiers from Emerging (&lt;10M) to Viral (500M+).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•  Key Takeaway: Thoughtful feature engineering + robust MLOps creates a dependable, auditable production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